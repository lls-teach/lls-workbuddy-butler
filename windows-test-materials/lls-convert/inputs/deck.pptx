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" y="50"/>
            <a:ext cx="4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演示测试页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