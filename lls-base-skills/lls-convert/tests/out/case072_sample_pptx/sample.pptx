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7" r:id="rId7"/>
    <p:sldMasterId id="2147483658" r:id="rId8"/>
    <p:sldMasterId id="2147483659" r:id="rId9"/>
    <p:sldMasterId id="2147483660" r:id="rId10"/>
    <p:sldMasterId id="2147483661" r:id="rId11"/>
    <p:sldMasterId id="2147483662" r:id="rId12"/>
  </p:sldMasterIdLst>
  <p:sldIdLst>
    <p:sldId id="256" r:id="rId13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05A1BF-00B9-441B-9A99-2E3DE4840E6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444A54-D3C9-4BDA-8827-5706E5628D8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D4E3031-45F7-4CAB-8C67-D3081A9A434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566781C-1203-4594-9E46-59B77849318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98D6C12-022D-49EB-B22F-29BF0038C45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D966693-4F04-411B-999F-3DE1284014A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2AA05EC-A229-4BF0-B7FB-A459D6E37AD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590B909-BEC6-41C1-89A8-45E5A4EF2C2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E85EED7-3375-4D19-ABF3-438B9AA0447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63736C7-D070-4B92-AAEA-918995E48CE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8730691-B273-41EE-A449-1A1A5FE2899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D14162D-4A09-4247-B931-F7E0DD4DF40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51F2FA5-6747-4E27-B6BF-4929742593E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860D151-5B6D-46F2-AD75-2CB4A8D7450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9095831-279A-42D1-8CB1-F999217411D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LHGCONVERT </a:t>
            </a:r>
            <a:r>
              <a:rPr b="0" lang="zh-CN" sz="4400" spc="-1" strike="noStrike">
                <a:solidFill>
                  <a:schemeClr val="dk1"/>
                </a:solidFill>
                <a:latin typeface="Calibri"/>
              </a:rPr>
              <a:t>格式转换测试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3200" spc="-1" strike="noStrike">
                <a:solidFill>
                  <a:schemeClr val="dk1"/>
                </a:solidFill>
                <a:latin typeface="Calibri"/>
              </a:rPr>
              <a:t>要点一：格式转换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3200" spc="-1" strike="noStrike">
                <a:solidFill>
                  <a:schemeClr val="dk1"/>
                </a:solidFill>
                <a:latin typeface="Calibri"/>
              </a:rPr>
              <a:t>要点二：本地运行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