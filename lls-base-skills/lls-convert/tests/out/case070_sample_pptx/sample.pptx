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</p:sldMasterIdLst>
  <p:sldIdLst>
    <p:sldId id="256" r:id="rId1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1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50BDA91-D5AA-47A9-B4D0-C4EF621018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1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917C7B-CA66-4687-B8B3-AC95A07D49B3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1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91440" bIns="91440" anchor="t" anchorCtr="1">
            <a:normAutofit fontScale="84366"/>
          </a:bodyPr>
          <a:p>
            <a:pPr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C9F14D0-89D3-4D32-B303-928D5567DBE1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04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91440" bIns="91440" anchor="t" anchorCtr="1">
            <a:noAutofit/>
          </a:bodyPr>
          <a:p>
            <a:pPr indent="0">
              <a:lnSpc>
                <a:spcPct val="11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6840" y="274680"/>
            <a:ext cx="6018120" cy="585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91440" bIns="91440" anchor="t" anchorCtr="1">
            <a:normAutofit fontScale="96865" lnSpcReduction="10000"/>
          </a:bodyPr>
          <a:p>
            <a:pPr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4296EB-86F4-4859-8DBA-97CAE9A2EBFD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1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4366"/>
          </a:bodyPr>
          <a:p>
            <a:pPr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D33C65-507D-4089-9F7E-33E5A06C5104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1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28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8" lnSpcReduction="10000"/>
          </a:bodyPr>
          <a:p>
            <a:pPr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492D16-5267-4F43-8AC5-105F880F30D3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1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9369" lnSpcReduction="20000"/>
          </a:bodyPr>
          <a:p>
            <a:pPr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5EEF2F8-625C-4591-9EEE-2776E7021DD2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1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4680"/>
            <a:ext cx="40384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562" lnSpcReduction="20000"/>
          </a:bodyPr>
          <a:p>
            <a:pPr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92565E-7C4C-4514-98E8-DE8F5BCB7871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1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22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3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4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CCCC90-3211-4265-A092-D0D801B9A46F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 idx="25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6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7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36A6F7-4296-404B-8E3A-F216423E149F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11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574800" y="27252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4366" lnSpcReduction="10000"/>
          </a:bodyPr>
          <a:p>
            <a:pPr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8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9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30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0CD9B7-6AA3-4F81-9BFA-9FEC8FFCB0DD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792080" y="4800600"/>
            <a:ext cx="548460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11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1792080" y="612720"/>
            <a:ext cx="548460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4992"/>
          </a:bodyPr>
          <a:p>
            <a:pPr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11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3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3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73762DB-3EA9-450E-A261-4C7B51AA8465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LHGCONVERT </a:t>
            </a:r>
            <a:r>
              <a:rPr b="0" lang="zh-CN" sz="4400" spc="-1" strike="noStrike">
                <a:solidFill>
                  <a:srgbClr val="000000"/>
                </a:solidFill>
                <a:latin typeface="Calibri"/>
              </a:rPr>
              <a:t>格式转换测试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"/>
          <p:cNvSpPr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9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Calibri"/>
              </a:rPr>
              <a:t>要点一：格式转换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9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Calibri"/>
              </a:rPr>
              <a:t>要点二：本地运行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