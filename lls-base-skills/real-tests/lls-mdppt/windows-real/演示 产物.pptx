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latin typeface="微软雅黑"/>
              </a:rPr>
              <a:t>第二章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微软雅黑"/>
              </a:rPr>
              <a:t>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微软雅黑"/>
              </a:rPr>
              <a:t>&lt;!-- 由 lls-mdppt 转换：7 个结构块 → 约 7 页 --&gt; &lt;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latin typeface="微软雅黑"/>
              </a:rPr>
              <a:t>&lt;!-- 由 lls-mdppt 转换：7 个结构块 → 约 7 页 --&gt; &lt;!-- 🔶 AI 提炼位 1 处：长段落需你提炼成要点后再渲染 --&gt;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微软雅黑"/>
              </a:rP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微软雅黑"/>
              </a:rPr>
              <a:t>六要点页（1/2）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latin typeface="微软雅黑"/>
              </a:rPr>
              <a:t>•  要点一</a:t>
            </a:r>
          </a:p>
          <a:p>
            <a:r>
              <a:rPr sz="2200" b="0">
                <a:latin typeface="微软雅黑"/>
              </a:rPr>
              <a:t>•  要点二</a:t>
            </a:r>
          </a:p>
          <a:p>
            <a:r>
              <a:rPr sz="2200" b="0">
                <a:latin typeface="微软雅黑"/>
              </a:rPr>
              <a:t>•  要点三</a:t>
            </a:r>
          </a:p>
          <a:p>
            <a:r>
              <a:rPr sz="2200" b="0">
                <a:latin typeface="微软雅黑"/>
              </a:rPr>
              <a:t>•  要点四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微软雅黑"/>
              </a:rP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微软雅黑"/>
              </a:rPr>
              <a:t>六要点页（2/2）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latin typeface="微软雅黑"/>
              </a:rPr>
              <a:t>•  要点五</a:t>
            </a:r>
          </a:p>
          <a:p>
            <a:r>
              <a:rPr sz="2200" b="0">
                <a:latin typeface="微软雅黑"/>
              </a:rPr>
              <a:t>•  要点六</a:t>
            </a:r>
          </a:p>
          <a:p>
            <a:r>
              <a:rPr sz="2200" b="1">
                <a:solidFill>
                  <a:srgbClr val="1F4E79"/>
                </a:solidFill>
                <a:latin typeface="微软雅黑"/>
              </a:rPr>
              <a:t>结论：这是结论带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微软雅黑"/>
              </a:rP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微软雅黑"/>
              </a:rPr>
              <a:t>代码与表格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微软雅黑"/>
              </a:rP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微软雅黑"/>
              </a:rPr>
              <a:t>代码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latin typeface="微软雅黑"/>
              </a:rPr>
              <a:t>•  print("hello")</a:t>
            </a:r>
          </a:p>
          <a:p>
            <a:r>
              <a:rPr sz="2200" b="0">
                <a:latin typeface="微软雅黑"/>
              </a:rPr>
              <a:t>•  x = 1 + 2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微软雅黑"/>
              </a:rP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微软雅黑"/>
              </a:rPr>
              <a:t>表格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1524000"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</a:rPr>
                        <a:t>名称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</a:rPr>
                        <a:t>数值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r>
                        <a:rPr sz="1600" b="0">
                          <a:latin typeface="微软雅黑"/>
                        </a:rPr>
                        <a:t>苹果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</a:tr>
              <a:tr h="1524000">
                <a:tc>
                  <a:txBody>
                    <a:bodyPr/>
                    <a:lstStyle/>
                    <a:p>
                      <a:r>
                        <a:rPr sz="1600" b="0">
                          <a:latin typeface="微软雅黑"/>
                        </a:rPr>
                        <a:t>香蕉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微软雅黑"/>
                        </a:rPr>
                        <a:t>20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微软雅黑"/>
              </a:rP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微软雅黑"/>
              </a:rPr>
              <a:t>🔶 提炼：这是一段超过八十个字的长段落，用于测试 AI 提炼位标记是否出现：它应当被脚本识…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latin typeface="微软雅黑"/>
              </a:rPr>
              <a:t>•  （AI 提炼位）将以下段落提炼为 ≤4 条要点：</a:t>
            </a:r>
          </a:p>
          <a:p>
            <a:r>
              <a:rPr sz="2200" b="0">
                <a:latin typeface="微软雅黑"/>
              </a:rPr>
              <a:t>•  原文：这是一段超过八十个字的长段落，用于测试 AI 提炼位标记是否出现：它应当被脚本识别为长段落，并在输出大纲中以提炼符号标出，而不是直接当成普通要点处理，请仔细检查输出结果。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微软雅黑"/>
              </a:rP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