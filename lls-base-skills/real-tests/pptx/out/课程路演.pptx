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428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E747B"/>
                </a:solidFill>
                <a:latin typeface="微软雅黑"/>
                <a:ea typeface="微软雅黑"/>
              </a:rPr>
              <a:t>刘老师系列 · 底座与场景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703320"/>
            <a:ext cx="2011680" cy="25603"/>
          </a:xfrm>
          <a:prstGeom prst="rect">
            <a:avLst/>
          </a:prstGeom>
          <a:solidFill>
            <a:srgbClr val="1F46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1. 为什么是现在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平台技能总量 31,940，仍在高速增长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头部 100 名吃掉 73% 使用量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60% 的技能使用量不足 10 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清退期 = 合法开发者的窗口期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本页结论：位置红利属于先上架的人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2. 底座战略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文档四件套先行：pdf / xlsx / pptx / docx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全开源引擎，MIT 许可，零搬运风险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中文字体与 GBK 兼容原生支持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统一刘老师系列品牌矩阵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本页结论：先占工具层，再开花场景层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3. 场景层路线图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发票报销管家（163 个竞品合计仅 3.5 万次）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简历面试工作台（无场景王者）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论文排版规范器（全市场仅 7 个技能）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述职汇报教练（头部仅 1.7 万次）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合同风险审查官（审查场景空位）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录音转纪要（47 万次需求，头部弱）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本页结论：六大空位，逐一占位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4. 冷启动打法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每支技能配一节视频课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课堂指令：装完立刻用一次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use_count 是唯一排序货币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月度复拉数据对比排名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本页结论：用内容制造马太循环的启动条件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5. 收益模型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免费底座获取安装与信任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付费场景技能承接变现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SkillHub 平均使用量为免费技能 45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课程、技能、咨询三线合流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本页结论：底座是获客成本最低的入口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747B"/>
                </a:solidFill>
                <a:latin typeface="微软雅黑"/>
                <a:ea typeface="微软雅黑"/>
              </a:rPr>
              <a:t>WorkBuddy 技能上架实战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12428"/>
                </a:solidFill>
                <a:latin typeface="微软雅黑"/>
                <a:ea typeface="微软雅黑"/>
              </a:rPr>
              <a:t>6. 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25603"/>
          </a:xfrm>
          <a:prstGeom prst="rect">
            <a:avLst/>
          </a:prstGeom>
          <a:solidFill>
            <a:srgbClr val="D9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四件套本周提交审核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首支场景技能 11 月中旬内测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12428"/>
                </a:solidFill>
                <a:latin typeface="微软雅黑"/>
                <a:ea typeface="微软雅黑"/>
              </a:rPr>
              <a:t>• 12 月季度复盘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69C"/>
                </a:solidFill>
                <a:latin typeface="微软雅黑"/>
                <a:ea typeface="微软雅黑"/>
              </a:rPr>
              <a:t>本页结论：今天起，每一周都有交付物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E747B"/>
                </a:solidFill>
                <a:latin typeface="微软雅黑"/>
                <a:ea typeface="微软雅黑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