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12428"/>
                </a:solidFill>
                <a:latin typeface="微软雅黑"/>
                <a:ea typeface="微软雅黑"/>
              </a:rPr>
              <a:t>2026 Q4 述职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E747B"/>
                </a:solidFill>
                <a:latin typeface="微软雅黑"/>
                <a:ea typeface="微软雅黑"/>
              </a:rPr>
              <a:t>刘老师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2011680" cy="25603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2026 Q4 述职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1. 2026 Q4业绩总览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428"/>
                </a:solidFill>
                <a:latin typeface="微软雅黑"/>
                <a:ea typeface="微软雅黑"/>
              </a:rPr>
              <a:t>147%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目标达成率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747B"/>
                </a:solidFill>
                <a:latin typeface="微软雅黑"/>
                <a:ea typeface="微软雅黑"/>
              </a:rPr>
              <a:t>口径：签约金额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417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428"/>
                </a:solidFill>
                <a:latin typeface="微软雅黑"/>
                <a:ea typeface="微软雅黑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新增渠道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747B"/>
                </a:solidFill>
                <a:latin typeface="微软雅黑"/>
                <a:ea typeface="微软雅黑"/>
              </a:rPr>
              <a:t>华东+华北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766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本页结论：底座完成，场景开局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453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来源：述职人自报+后台数据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2026 Q4 述职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2. 渠道拓展项目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渠道打法从扫楼转为展会获客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单渠道成本下降 35%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提升了团队士气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71216"/>
            <a:ext cx="10881360" cy="658368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3054096"/>
            <a:ext cx="146304" cy="146304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2428"/>
                </a:solidFill>
                <a:latin typeface="微软雅黑"/>
                <a:ea typeface="微软雅黑"/>
              </a:rPr>
              <a:t>华东渠道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926080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新增 38 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E747B"/>
                </a:solidFill>
                <a:latin typeface="微软雅黑"/>
                <a:ea typeface="微软雅黑"/>
              </a:rPr>
              <a:t>12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92608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F855A"/>
                </a:solidFill>
                <a:latin typeface="微软雅黑"/>
                <a:ea typeface="微软雅黑"/>
              </a:rPr>
              <a:t>完成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12463"/>
            <a:ext cx="146304" cy="146304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8444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2428"/>
                </a:solidFill>
                <a:latin typeface="微软雅黑"/>
                <a:ea typeface="微软雅黑"/>
              </a:rPr>
              <a:t>华北渠道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584448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12428"/>
                </a:solidFill>
                <a:latin typeface="微软雅黑"/>
                <a:ea typeface="微软雅黑"/>
              </a:rPr>
              <a:t>试点 6 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8444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E747B"/>
                </a:solidFill>
                <a:latin typeface="微软雅黑"/>
                <a:ea typeface="微软雅黑"/>
              </a:rPr>
              <a:t>12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84448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B7791F"/>
                </a:solidFill>
                <a:latin typeface="微软雅黑"/>
                <a:ea typeface="微软雅黑"/>
              </a:rPr>
              <a:t>进行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本页结论：渠道质量优先于数量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2026 Q4 述职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3. 问题与复盘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华北试点周期比计划慢 3 周 → Q1 建立渠道分级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本页结论：复盘为了下季度不再踩同一个坑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2026 Q4 述职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4. 下期计划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12428"/>
                </a:solidFill>
                <a:latin typeface="微软雅黑"/>
                <a:ea typeface="微软雅黑"/>
              </a:rPr>
              <a:t>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6140" y="141732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12428"/>
                </a:solidFill>
                <a:latin typeface="微软雅黑"/>
                <a:ea typeface="微软雅黑"/>
              </a:rPr>
              <a:t>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12428"/>
                </a:solidFill>
                <a:latin typeface="微软雅黑"/>
                <a:ea typeface="微软雅黑"/>
              </a:rPr>
              <a:t>里程碑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6820" y="141732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12428"/>
                </a:solidFill>
                <a:latin typeface="微软雅黑"/>
                <a:ea typeface="微软雅黑"/>
              </a:rPr>
              <a:t>负责人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881360" cy="548640"/>
          </a:xfrm>
          <a:prstGeom prst="rect">
            <a:avLst/>
          </a:prstGeom>
          <a:solidFill>
            <a:srgbClr val="F1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12428"/>
                </a:solidFill>
                <a:latin typeface="微软雅黑"/>
                <a:ea typeface="微软雅黑"/>
              </a:rPr>
              <a:t>场景技能上架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6140" y="196596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1F469C"/>
                </a:solidFill>
                <a:latin typeface="微软雅黑"/>
                <a:ea typeface="微软雅黑"/>
              </a:rPr>
              <a:t>5 支全上架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96596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212428"/>
                </a:solidFill>
                <a:latin typeface="微软雅黑"/>
                <a:ea typeface="微软雅黑"/>
              </a:rPr>
              <a:t>1 月首批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6820" y="1965960"/>
            <a:ext cx="25374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212428"/>
                </a:solidFill>
                <a:latin typeface="微软雅黑"/>
                <a:ea typeface="微软雅黑"/>
              </a:rPr>
              <a:t>刘老师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本页结论：计划到人到时间，才是计划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