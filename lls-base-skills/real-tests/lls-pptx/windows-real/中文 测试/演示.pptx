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数据看板入门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2026-10-30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数据看板入门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看板的意义是盯变化，不是写结论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团队看同一份数，口径一致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旧数比没数更危险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数据看板入门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先定口径，再选图表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日期粒度、单位、计算公式三件套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口径变更要留记录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数据看板入门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三个关键动作：定口径、存快照、选图表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每日快照落盘，文件名带日期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趋势折线、对比柱状、占比不超四类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本页结论：口径没定就做图，等于返工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来源：内部培训材料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